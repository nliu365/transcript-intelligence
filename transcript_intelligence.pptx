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8D8EA"/>
                </a:solidFill>
              </a:rPr>
              <a:t>TRANSCRIPT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100 Calls Reveal About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Customer Health, Product Risk,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and Team Dynamics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Feb – Apr 2026  |  100 Transcripts  |  50+ Hours of Conversation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493008"/>
            <a:ext cx="36576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Ning Liu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Three findings every leader needs to know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D5B"/>
                </a:solidFill>
              </a:rPr>
              <a:t>A single outage touched more than half of all meetings.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The Detect pipeline failure (mid-March 2026) created a ripple across all call types — internal war rooms, support escalations, and renewal conversations. 55/100 meetings referenced it in some form.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73152" cy="1188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5B"/>
                </a:solidFill>
              </a:rPr>
              <a:t>55 / 100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meetings touched the Detect outage — 34 as primary focus, 21 as context in renewals/support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73152" cy="1188720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9933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5B"/>
                </a:solidFill>
              </a:rPr>
              <a:t>4.12 avg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sentiment for Compliance calls — your #1 value driver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920240"/>
            <a:ext cx="73152" cy="118872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9933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5B"/>
                </a:solidFill>
              </a:rPr>
              <a:t>21 accts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external meetings carry explicit churn signals (49% of all external calls)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Sentiment scale: 1 (very negative) → 5 (very positive)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100 transcripts across three distinct call types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D5B"/>
                </a:solidFill>
              </a:rPr>
              <a:t>100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Total meetings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453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D5B"/>
                </a:solidFill>
              </a:rPr>
              <a:t>3,031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Minutes of conversation (50.5 hours)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677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D5B"/>
                </a:solidFill>
              </a:rPr>
              <a:t>Feb 3 – Apr 28, 2026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596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Date range (85-day window)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90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D5B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3319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Call types: Support · External · Internal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124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D5B"/>
                </a:solidFill>
              </a:rPr>
              <a:t>4–7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4041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Pre-existing topic tags per meeting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325112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0" name="Image 0" descr="/Users/ningliu/Downloads/interview-assignment/outputs/01_call_type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685800"/>
            <a:ext cx="51206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Task 1: Topic / Theme Categorization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Why hybrid? Fast, auditable, and the data makes it possible.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274320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D5B"/>
                </a:solidFill>
              </a:rPr>
              <a:t>1  EXISTING TOPIC TAGS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Each transcript's AI-generated summary already contains 4–7 topic tags (e.g., "soc 2 audit", "outage remediation"). These are the raw signal.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777240"/>
            <a:ext cx="2743200" cy="6400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D5B"/>
                </a:solidFill>
              </a:rPr>
              <a:t>2  KEYWORD MAPPING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3258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We map those tags to 8 high-level themes using curated keyword lists. 100% of meetings classified — no LLM needed for the first pass.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7772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77240"/>
            <a:ext cx="2743200" cy="64008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D5B"/>
                </a:solidFill>
              </a:rPr>
              <a:t>3  LLM FALLBACK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3258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Claude API is invoked only for meetings where keyword score = 0 (none here). This makes the pipeline fast and every decision traceable.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1874520"/>
        </p:xfrm>
        <a:graphic>
          <a:graphicData uri="http://schemas.openxmlformats.org/drawingml/2006/table">
            <a:tbl>
              <a:tblPr/>
              <a:tblGrid>
                <a:gridCol w="4754880"/>
                <a:gridCol w="1371600"/>
                <a:gridCol w="2286000"/>
              </a:tblGrid>
              <a:tr h="267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Theme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Sentiment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B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Incident &amp; Outage Response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53E3E"/>
                          </a:solidFill>
                        </a:rPr>
                        <a:t>2.64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Compliance &amp; Audit Preparation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8BB78"/>
                          </a:solidFill>
                        </a:rPr>
                        <a:t>4.12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Renewals &amp; Contract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3.56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Product Development &amp; Planning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8BB78"/>
                          </a:solidFill>
                        </a:rPr>
                        <a:t>3.90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Technical Support &amp; Bug Resolution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53E3E"/>
                          </a:solidFill>
                        </a:rPr>
                        <a:t>2.92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Competitive Intelligence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53E3E"/>
                          </a:solidFill>
                        </a:rPr>
                        <a:t>2.87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Outage Ran Through Everything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</a:rPr>
              <a:t>55 of 100 meetings mentioned the outage in some context. 34 had it as their primary focus. It reached every call type.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38528"/>
            <a:ext cx="82296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187452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Outage begins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Event pipeline fails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874520"/>
            <a:ext cx="164592" cy="164592"/>
          </a:xfrm>
          <a:prstGeom prst="ellipse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 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Internal war room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112 support tickets open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42232" y="1874520"/>
            <a:ext cx="164592" cy="164592"/>
          </a:xfrm>
          <a:prstGeom prst="ellipse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 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Remediation plan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Redundant nodes deployed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6752" y="1874520"/>
            <a:ext cx="164592" cy="164592"/>
          </a:xfrm>
          <a:prstGeom prst="ellipse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 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Customer escalations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Blackridge, Northstar Pharma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91272" y="1874520"/>
            <a:ext cx="164592" cy="164592"/>
          </a:xfrm>
          <a:prstGeom prst="ellipse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 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Post-mortem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Circuit breaker pattern live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274320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Internal  ·  18 meetings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7216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War rooms, engineering sprints, post-mortems, reliability retros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246120"/>
            <a:ext cx="274320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E07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54"/>
                </a:solidFill>
              </a:rPr>
              <a:t>External  ·  23 meetings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37216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Urgent escalations, renewal conversations poisoned by outage context, competitive pressure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246120"/>
            <a:ext cx="274320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Support  ·  14 meetings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7216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112 support tickets, 30 from P1/P2 accounts, multiple churn threats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Task 2: Sentiment Analysis by Call Type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Front-line support is under visible strain; compliance calls are bright spots.</a:t>
            </a:r>
            <a:endParaRPr lang="en-US" sz="900" dirty="0"/>
          </a:p>
        </p:txBody>
      </p:sp>
      <p:pic>
        <p:nvPicPr>
          <p:cNvPr id="5" name="Image 0" descr="/Users/ningliu/Downloads/interview-assignment/outputs/03_sentiment_by_call_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85800"/>
            <a:ext cx="640080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777240"/>
            <a:ext cx="20574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777240"/>
            <a:ext cx="73152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95160" y="813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B"/>
                </a:solidFill>
              </a:rPr>
              <a:t>2.94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95160" y="11795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Customer Support avg — consistently below neutral (3.0)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1801368"/>
            <a:ext cx="20574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1801368"/>
            <a:ext cx="73152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1837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B"/>
                </a:solidFill>
              </a:rPr>
              <a:t>3.71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995160" y="22037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External avg — AMs holding relationships despite outage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58000" y="2825496"/>
            <a:ext cx="20574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2825496"/>
            <a:ext cx="73152" cy="868680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2862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B"/>
                </a:solidFill>
              </a:rPr>
              <a:t>4.12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95160" y="32278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Compliance meetings avg — your highest-value conversation type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0" y="3849624"/>
            <a:ext cx="20574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0" y="3849624"/>
            <a:ext cx="73152" cy="86868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9516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B"/>
                </a:solidFill>
              </a:rPr>
              <a:t>2.64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95160" y="42519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Incident theme avg — the single biggest sentiment drag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Sentiment Trends Over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The outage created a visible dip in mid-March; external calls recovered fastest.</a:t>
            </a:r>
            <a:endParaRPr lang="en-US" sz="900" dirty="0"/>
          </a:p>
        </p:txBody>
      </p:sp>
      <p:pic>
        <p:nvPicPr>
          <p:cNvPr id="5" name="Image 0" descr="/Users/ningliu/Downloads/interview-assignment/outputs/04_sentiment_over_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3E3E"/>
                </a:solidFill>
              </a:rPr>
              <a:t>Outage window: all three call types dip simultaneously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0" y="4709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86AB"/>
                </a:solidFill>
              </a:rPr>
              <a:t>External calls recover first — relationship management absorbing the shock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1: Churn Risk Radar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21 of 43 external meetings contain explicit churn signals — tied to outage fallout.</a:t>
            </a:r>
            <a:endParaRPr lang="en-US" sz="900" dirty="0"/>
          </a:p>
        </p:txBody>
      </p:sp>
      <p:pic>
        <p:nvPicPr>
          <p:cNvPr id="5" name="Image 0" descr="/Users/ningliu/Downloads/interview-assignment/outputs/05_churn_ri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85800"/>
            <a:ext cx="594360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777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Top At-Risk Accounts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55080" y="1188720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2252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Blackridge Investments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0" y="1225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3E3E"/>
                </a:solidFill>
              </a:rPr>
              <a:t>1.6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55080" y="1627632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Cobalt Software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0" y="16642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3E3E"/>
                </a:solidFill>
              </a:rPr>
              <a:t>1.8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55080" y="2066544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Northstar Pharma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0" y="21031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7B54"/>
                </a:solidFill>
              </a:rPr>
              <a:t>2.1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55080" y="2505456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25420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Helix Data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0" y="25420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7B54"/>
                </a:solidFill>
              </a:rPr>
              <a:t>2.3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55080" y="2944368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29809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Meridian Capital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772400" y="29809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7B54"/>
                </a:solidFill>
              </a:rPr>
              <a:t>2.4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55080" y="3383280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34198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Quantum Edge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72400" y="34198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7B54"/>
                </a:solidFill>
              </a:rPr>
              <a:t>2.4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355080" y="3822192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3858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Summit Trust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772400" y="3858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8936"/>
                </a:solidFill>
              </a:rPr>
              <a:t>2.4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55080" y="4261104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4297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Ironworks Corp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77240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8936"/>
                </a:solidFill>
              </a:rPr>
              <a:t>2.6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400800" y="47731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B"/>
                </a:solidFill>
              </a:rPr>
              <a:t>→ Recommendation: Exec outreach to top 5 accounts within 2 weeks.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2: Speaker Dynamics as a Call Health Signal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Talk-time imbalance correlates with lower sentiment — especially in external calls.</a:t>
            </a:r>
            <a:endParaRPr lang="en-US" sz="900" dirty="0"/>
          </a:p>
        </p:txBody>
      </p:sp>
      <p:pic>
        <p:nvPicPr>
          <p:cNvPr id="5" name="Image 0" descr="/Users/ningliu/Downloads/interview-assignment/outputs/06_speaker_dynam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85800"/>
            <a:ext cx="6400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777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5B"/>
                </a:solidFill>
              </a:rPr>
              <a:t>📊  The Metric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766560" y="105156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Gini coefficient of talk-time share per meeting. 0 = perfectly balanced; 1 = one person monopolizes the call.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66560" y="1783080"/>
            <a:ext cx="2148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5B"/>
                </a:solidFill>
              </a:rPr>
              <a:t>📉  The Finding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66560" y="21214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Higher Gini (more imbalanced) correlates with lower sentiment across all call types. Customers who can't speak feel unheard.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66560" y="2852928"/>
            <a:ext cx="2148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916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5B"/>
                </a:solidFill>
              </a:rPr>
              <a:t>🎯  Who Cares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766560" y="319125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Support team leads can use per-rep Gini as a coaching tool. CS managers spot pattern: reps dominating renewal calls correlate with lower renewal rates.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66560" y="3922776"/>
            <a:ext cx="2148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3986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D5B"/>
                </a:solidFill>
              </a:rPr>
              <a:t>⚙️  How to Build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66560" y="42611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Automate Gini computation per rep per quarter. Flag calls where host talk-share &gt; 70% in external/support calls.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3: Action Item Load — Who's Carrying the Weight?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High AI counts cluster around outage meetings. Three accounts appear in AIs across 5+ meetings each.</a:t>
            </a:r>
            <a:endParaRPr lang="en-US" sz="900" dirty="0"/>
          </a:p>
        </p:txBody>
      </p:sp>
      <p:pic>
        <p:nvPicPr>
          <p:cNvPr id="5" name="Image 0" descr="/Users/ningliu/Downloads/interview-assignment/outputs/07_action_ite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85800"/>
            <a:ext cx="6400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822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0" y="1261872"/>
            <a:ext cx="256032" cy="256032"/>
          </a:xfrm>
          <a:prstGeom prst="ellipse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05472" y="1234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Internal incident calls generate 2× more action items than average.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0" y="2148840"/>
            <a:ext cx="256032" cy="256032"/>
          </a:xfrm>
          <a:prstGeom prst="ellipse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05472" y="21214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Northstar Pharma, Blackridge, and Meridian Capital appear in AIs across 5+ separate meetings — systemic issues, not one-offs.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0" y="3035808"/>
            <a:ext cx="256032" cy="256032"/>
          </a:xfrm>
          <a:prstGeom prst="ellipse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05472" y="300837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More action items → lower sentiment. High-burden meetings correlate with stress.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58000" y="3922776"/>
            <a:ext cx="256032" cy="256032"/>
          </a:xfrm>
          <a:prstGeom prst="ellipse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05472" y="38953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Tracking AI completion rates per rep or team could surface accountability gaps.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Else Can We See? — Three More Insight Opportunities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Beyond the required tasks — ideas for stakeholders who'd get the most value.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69748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92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Customer Health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Composite per-account score combining: sentiment trend (last 30 days) + churn signal count + support ticket volume + days since last positive touchpoint.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Who: CS leadership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Impact: Turns 100 scattered transcripts into one weekly dashboard per account.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697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697480" cy="64008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9692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64992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Competitive Intelligence Tracker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71907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Extract every competitor mention across transcripts. Track: which product module is cited, call outcome (churned / retained / escalated), mention frequency week-over-week.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Who: Product &amp; Sales leadership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Impact: PM teams get signal months before formal win/loss reports.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04672"/>
            <a:ext cx="2697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04672"/>
            <a:ext cx="269748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9692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Rep Talk-Listen Ratio Coaching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71907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Per-rep stats: avg talk-time share, Gini per call type, correlation between their Gini and meeting sentiment outcome. Flag reps where high Gini → low sentiment.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Who: Support managers, CS leads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Impact: "Listen more" goes from vague feedback to measurable, coachable behavior.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474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Each of these could be built as a Transcript Intelligence module on top of the existing pipeline, with no new data collection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Five actions, ranked by urgency: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E3E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521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NOW  ·  Executive outreach to top 5 at-risk accounts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97280" y="14264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Blackridge, Cobalt Software, Northstar Pharma, Helix Data, Meridian Capital — all show active churn signals. Assign a named exec sponsor to each within 2 weeks.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841248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9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E3E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911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NOW  ·  Automate churn signal alerting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21854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Pipe key_moments type=churn_signal into a real-time alert for CS teams. This data already exists in the transcript summaries — it just isn't surfaced.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841248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54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670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SOON  ·  Double down on the compliance motion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29443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33 meetings, avg sentiment 4.12. Compliance (SOC 2, HIPAA, PCI DSS) is your highest-sentiment product area. Sales and CS should lead with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54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SOON  ·  Launch talk-time analytics for rep coaching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Use Gini coefficient to identify reps who dominate calls. Correlated with lower customer sentiment — a coaching opportunity backed by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QUARTER  ·  Build the Customer Health Score 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4462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Aggregate per-account sentiment trend + churn signals + support volume into one weekly view for CS leadership. Turns reactive firefighting into proactive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pipeline is live.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</a:rPr>
              <a:t>100 transcripts processed. 8 themes identified. 21 at-risk accounts surfaced.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</a:rPr>
              <a:t>The infrastructure to run this continuously on every future call is already in 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41148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Pipeline  ·  Notebook  ·  Slide deck  ·  Video demo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Ning Liu  ·  ningliu365@gmail.com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Transcript Intelligence</dc:title>
  <dc:subject>PptxGenJS Presentation</dc:subject>
  <dc:creator>Ning Liu</dc:creator>
  <cp:lastModifiedBy>Ning Liu</cp:lastModifiedBy>
  <cp:revision>1</cp:revision>
  <dcterms:created xsi:type="dcterms:W3CDTF">2026-05-28T16:54:23Z</dcterms:created>
  <dcterms:modified xsi:type="dcterms:W3CDTF">2026-05-28T16:54:23Z</dcterms:modified>
</cp:coreProperties>
</file>